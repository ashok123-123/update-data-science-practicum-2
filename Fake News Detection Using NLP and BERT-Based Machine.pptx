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2" r:id="rId3"/>
    <p:sldId id="262" r:id="rId4"/>
    <p:sldId id="283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259B5A-6B7B-4D73-8C3B-645148D94E2D}" v="3" dt="2026-05-27T01:21:00.827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 J" userId="0cc9a4f2421c2236" providerId="LiveId" clId="{35886FC0-632C-44C5-81A4-E95713EF8B5E}"/>
    <pc:docChg chg="delSld modSld">
      <pc:chgData name="Ashu J" userId="0cc9a4f2421c2236" providerId="LiveId" clId="{35886FC0-632C-44C5-81A4-E95713EF8B5E}" dt="2026-05-27T00:31:27.029" v="43" actId="1076"/>
      <pc:docMkLst>
        <pc:docMk/>
      </pc:docMkLst>
      <pc:sldChg chg="modSp mod">
        <pc:chgData name="Ashu J" userId="0cc9a4f2421c2236" providerId="LiveId" clId="{35886FC0-632C-44C5-81A4-E95713EF8B5E}" dt="2026-05-26T23:46:36.604" v="42" actId="20577"/>
        <pc:sldMkLst>
          <pc:docMk/>
          <pc:sldMk cId="1274404265" sldId="256"/>
        </pc:sldMkLst>
        <pc:spChg chg="mod">
          <ac:chgData name="Ashu J" userId="0cc9a4f2421c2236" providerId="LiveId" clId="{35886FC0-632C-44C5-81A4-E95713EF8B5E}" dt="2026-05-26T23:46:36.604" v="42" actId="20577"/>
          <ac:spMkLst>
            <pc:docMk/>
            <pc:sldMk cId="1274404265" sldId="256"/>
            <ac:spMk id="2" creationId="{CC51578C-036D-0146-1726-58E2431BB6E9}"/>
          </ac:spMkLst>
        </pc:spChg>
      </pc:sldChg>
      <pc:sldChg chg="modSp mod">
        <pc:chgData name="Ashu J" userId="0cc9a4f2421c2236" providerId="LiveId" clId="{35886FC0-632C-44C5-81A4-E95713EF8B5E}" dt="2026-05-27T00:31:27.029" v="43" actId="1076"/>
        <pc:sldMkLst>
          <pc:docMk/>
          <pc:sldMk cId="2587572571" sldId="262"/>
        </pc:sldMkLst>
        <pc:spChg chg="mod">
          <ac:chgData name="Ashu J" userId="0cc9a4f2421c2236" providerId="LiveId" clId="{35886FC0-632C-44C5-81A4-E95713EF8B5E}" dt="2026-05-26T23:34:04.986" v="2" actId="20577"/>
          <ac:spMkLst>
            <pc:docMk/>
            <pc:sldMk cId="2587572571" sldId="262"/>
            <ac:spMk id="3" creationId="{FE84252D-5565-6114-C948-A38B6DCBB7CA}"/>
          </ac:spMkLst>
        </pc:spChg>
        <pc:spChg chg="mod">
          <ac:chgData name="Ashu J" userId="0cc9a4f2421c2236" providerId="LiveId" clId="{35886FC0-632C-44C5-81A4-E95713EF8B5E}" dt="2026-05-27T00:31:27.029" v="43" actId="1076"/>
          <ac:spMkLst>
            <pc:docMk/>
            <pc:sldMk cId="2587572571" sldId="262"/>
            <ac:spMk id="4" creationId="{FFC442E1-25F0-05A0-19DC-BA29431AF699}"/>
          </ac:spMkLst>
        </pc:spChg>
      </pc:sldChg>
      <pc:sldChg chg="del">
        <pc:chgData name="Ashu J" userId="0cc9a4f2421c2236" providerId="LiveId" clId="{35886FC0-632C-44C5-81A4-E95713EF8B5E}" dt="2026-05-26T23:26:00.435" v="0" actId="2696"/>
        <pc:sldMkLst>
          <pc:docMk/>
          <pc:sldMk cId="2601024634" sldId="269"/>
        </pc:sldMkLst>
      </pc:sldChg>
      <pc:sldChg chg="del">
        <pc:chgData name="Ashu J" userId="0cc9a4f2421c2236" providerId="LiveId" clId="{35886FC0-632C-44C5-81A4-E95713EF8B5E}" dt="2026-05-26T23:39:10.952" v="3" actId="2696"/>
        <pc:sldMkLst>
          <pc:docMk/>
          <pc:sldMk cId="1635646059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637BE-F6FF-4ED7-BEE9-4770C11E3593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189B3-AC9D-492F-A328-E53813ECF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0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189B3-AC9D-492F-A328-E53813ECF7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07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7189B3-AC9D-492F-A328-E53813ECF7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16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7471-B2E6-DB7D-1333-27B31660C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BD772-7E65-FDD7-AD1B-6266769C8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5C360-5F6E-3E95-0414-E8C497B9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BEC07-C8FE-FDA2-A1D8-BE360EB9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454E0-823A-8316-6A1B-B2F65B018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75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1C0E-960D-84DC-E606-C3EB292B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96E41-1C4A-7D8C-2E54-F1A9CF9FB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B7EA-374F-1297-8493-FC24A913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C14EF-BD1C-9559-FC60-D25500D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4B0AA-6B38-F6EC-1C4E-673A4C2F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89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9B84-DBE3-3AE4-CBA4-032443AB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7487F-0010-C52A-6F0B-B6D043426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63E03-6BB2-1478-4168-7ABDDA3A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1474F-B8C1-31E6-34B5-8EC029B2E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2A7E4-C4C9-9CDA-A6B1-FBACF94F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90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9960-FC03-267A-F859-1B695FD7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FCCD-CC5C-ADB3-BBDC-1DB246E20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2899F-8187-2B4E-580C-2FC35B758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C23E1-7D46-7782-029E-2F098D7F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7AB27-BC84-B432-8350-9C2B6397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EDF2E-D06D-0BA3-11D9-4BA56789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5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13416-5A8A-F690-E720-E80EAE18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52F4-17D3-E9B1-3126-FF4F4E79F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FD85E-F1F8-DAF8-94D9-CE6B52ABB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B6060A-0CFC-CC04-9507-F6A4E20C5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E59F5E-1D14-9B22-56F2-0410E3E69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FDC4C4-E11E-7CCF-A1FE-D4BC75F2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F9F45C-B52B-E98D-BAFE-5DED8738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8617F1-DC57-A8B8-19FF-8A62174D3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0657-BD7B-15B8-9846-2A26285E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1BBF0-8082-D8FC-6890-825151DE0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D22D2-2F35-BD90-EE68-940BC96A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5F3AE-6690-8E5A-4179-E9480C0B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8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9C732-C659-8638-EA04-4C50A322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C96E0-151A-68AE-2B35-6FA3A72C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472B5-D1CB-2FAB-FF26-9471C2B7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4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E296-3D6F-3D81-A1FC-D12D5514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C747-20D4-3A5E-2FE0-7472DE8D3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D294E-19B2-5B3C-0128-C6E07FC4E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711C9-8489-3768-1027-FE0550DC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7A53D-105D-4131-7168-36459564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ACFDC-7BDE-8251-F050-130292D5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8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4DEC-C2D5-7623-48D4-7E65EB2C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3DB55-D6BC-39CA-9A29-099D60738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8A8E5-AF98-BB83-D2CF-24CF68E09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68BCB-7EAA-586D-B67A-05DF0C73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08E1D-F6B1-13F2-785D-9D0CB36A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FEE7D-4D42-F184-0130-5604C73C0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8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B380-A8F0-C8B3-BFE4-67BCBAFA2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4DE5C-ACC8-2B05-1C6C-E19174033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74F07-8008-C60E-074A-5CD9ADB8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F0468-67CB-7F69-19B9-D5DB7ED9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E86BB-79CF-03E6-2785-87675F9BB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8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49E66A-FF6E-F39E-11D1-28E733604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67662-5698-3F3B-6C54-3F797913E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E19B3-25CA-A5A2-C2D5-E2A0153C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62C24-2B8E-E487-A90E-C8BDFD96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41386-4E26-6E79-7DBF-83F22EA6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7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B70066-A520-972C-C153-6324D8415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F8E8B-5F66-4F46-E98E-04386B633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0893F-8F25-F501-6260-C7C0D63607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FF067-DD6A-4A65-93D5-03878E19E688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8E8C-BB6A-6AAA-570C-B1FFBA743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192D-8638-9CDB-A91A-D2651A3C8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07C4C-3216-4EA9-AAF4-428336F5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F60170-91B4-45F0-B88B-9C07AEC4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7D7C94-41C0-4614-8A18-941174D4D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1578C-036D-0146-1726-58E2431BB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568" y="1238032"/>
            <a:ext cx="9611581" cy="2558305"/>
          </a:xfrm>
        </p:spPr>
        <p:txBody>
          <a:bodyPr anchor="b">
            <a:normAutofit fontScale="90000"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using Artificial Intelligence</a:t>
            </a:r>
            <a:br>
              <a:rPr lang="en-US" sz="3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Practicum II Project Improvement Presentation</a:t>
            </a:r>
            <a:br>
              <a:rPr lang="en-US" sz="3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D7AAB-DC42-C22A-C4E3-70941D16B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567" y="4067745"/>
            <a:ext cx="5769131" cy="2244609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Student: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Ashok Jana</a:t>
            </a:r>
            <a:b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Practicum II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 University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6FBC1-6409-4059-B87B-1BE513242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A98E26-C7DC-48E3-8F50-FBF7F3C50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B3D45F-509E-43F3-B685-A5E78AD0D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C53B0F8-0414-437D-87C2-23F48DF9C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0B56551-40C7-4552-A11A-6D86B7EB08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2" descr="Regis University - Education Degree ...">
            <a:extLst>
              <a:ext uri="{FF2B5EF4-FFF2-40B4-BE49-F238E27FC236}">
                <a16:creationId xmlns:a16="http://schemas.microsoft.com/office/drawing/2014/main" id="{2C1FB9F4-1F54-7EB8-2E48-71B138AF9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368" y="3887777"/>
            <a:ext cx="408622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40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3A07-58AE-A449-3F58-16FF7C98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830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CAFC0-80AB-4008-B90F-54A00AB41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261"/>
            <a:ext cx="10515600" cy="4786702"/>
          </a:xfrm>
        </p:spPr>
        <p:txBody>
          <a:bodyPr/>
          <a:lstStyle/>
          <a:p>
            <a:pPr>
              <a:buClr>
                <a:schemeClr val="tx1"/>
              </a:buClr>
              <a:buSzPct val="120000"/>
            </a:pPr>
            <a:r>
              <a:rPr lang="en-US" sz="1800" dirty="0">
                <a:latin typeface="Nunito" pitchFamily="2" charset="0"/>
              </a:rPr>
              <a:t>Due to Rapid growth of digital media information is spreading quickly </a:t>
            </a:r>
          </a:p>
          <a:p>
            <a:pPr>
              <a:buClr>
                <a:schemeClr val="tx1"/>
              </a:buClr>
              <a:buSzPct val="120000"/>
            </a:pPr>
            <a:r>
              <a:rPr lang="en-US" sz="1800" dirty="0">
                <a:latin typeface="Nunito" pitchFamily="2" charset="0"/>
              </a:rPr>
              <a:t>Along with that  fake news is also spreading Fastly </a:t>
            </a:r>
          </a:p>
          <a:p>
            <a:pPr>
              <a:buClr>
                <a:schemeClr val="tx1"/>
              </a:buClr>
              <a:buSzPct val="120000"/>
            </a:pPr>
            <a:r>
              <a:rPr lang="en-US" sz="1800" dirty="0">
                <a:latin typeface="Nunito" pitchFamily="2" charset="0"/>
              </a:rPr>
              <a:t>Effects </a:t>
            </a:r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1800" dirty="0">
                <a:latin typeface="Nunito" pitchFamily="2" charset="0"/>
              </a:rPr>
              <a:t>People’s opinions</a:t>
            </a:r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1800" dirty="0">
                <a:latin typeface="Nunito" pitchFamily="2" charset="0"/>
              </a:rPr>
              <a:t>Elections</a:t>
            </a:r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</a:pPr>
            <a:r>
              <a:rPr lang="en-US" sz="1800" dirty="0">
                <a:latin typeface="Nunito" pitchFamily="2" charset="0"/>
              </a:rPr>
              <a:t>Economy and society</a:t>
            </a:r>
          </a:p>
          <a:p>
            <a:pPr>
              <a:buClr>
                <a:schemeClr val="tx1"/>
              </a:buClr>
              <a:buSzPct val="120000"/>
            </a:pPr>
            <a:r>
              <a:rPr lang="en-US" sz="1800" dirty="0">
                <a:latin typeface="Nunito" pitchFamily="2" charset="0"/>
              </a:rPr>
              <a:t> </a:t>
            </a:r>
            <a:r>
              <a:rPr lang="en-US" sz="1800" b="1" dirty="0">
                <a:latin typeface="Nunito" pitchFamily="2" charset="0"/>
              </a:rPr>
              <a:t>Goal </a:t>
            </a:r>
            <a:r>
              <a:rPr lang="en-US" sz="1800" dirty="0">
                <a:latin typeface="Nunito" pitchFamily="2" charset="0"/>
              </a:rPr>
              <a:t>is to Develop a system which can Detect fake news automatically</a:t>
            </a:r>
          </a:p>
          <a:p>
            <a:pPr>
              <a:buClr>
                <a:schemeClr val="tx1"/>
              </a:buClr>
              <a:buSzPct val="120000"/>
            </a:pPr>
            <a:r>
              <a:rPr lang="en-US" sz="1800" dirty="0"/>
              <a:t>In my project I Used ML models and BERT model to classify news as real or fake</a:t>
            </a:r>
          </a:p>
          <a:p>
            <a:pPr>
              <a:buClr>
                <a:schemeClr val="tx1"/>
              </a:buClr>
              <a:buSzPct val="120000"/>
            </a:pPr>
            <a:endParaRPr lang="en-US" sz="1800" dirty="0"/>
          </a:p>
          <a:p>
            <a:pPr marL="0" indent="0">
              <a:buClr>
                <a:schemeClr val="tx1"/>
              </a:buClr>
              <a:buSzPct val="120000"/>
              <a:buNone/>
            </a:pPr>
            <a:r>
              <a:rPr lang="en-US" sz="1800" b="1" dirty="0"/>
              <a:t>Problem Statement  : </a:t>
            </a:r>
            <a:r>
              <a:rPr lang="en-US" sz="1800" dirty="0">
                <a:latin typeface="Nunito" pitchFamily="2" charset="0"/>
              </a:rPr>
              <a:t>Huge amount of information is generating daily . It is very hard to manually verify every news article, and  more over manual checking is slow and not scalable. So, detecting fake news accurately  is still a challenge .</a:t>
            </a:r>
          </a:p>
          <a:p>
            <a:pPr marL="0" indent="0">
              <a:buClr>
                <a:schemeClr val="tx1"/>
              </a:buClr>
              <a:buSzPct val="120000"/>
              <a:buNone/>
            </a:pPr>
            <a:endParaRPr lang="en-US" sz="1800" b="1" dirty="0"/>
          </a:p>
          <a:p>
            <a:pPr>
              <a:buClr>
                <a:schemeClr val="tx1"/>
              </a:buClr>
              <a:buSzPct val="120000"/>
            </a:pPr>
            <a:endParaRPr lang="en-US" sz="2400" dirty="0">
              <a:latin typeface="Nunito" pitchFamily="2" charset="0"/>
            </a:endParaRPr>
          </a:p>
          <a:p>
            <a:pPr marL="0" indent="0">
              <a:buClr>
                <a:schemeClr val="tx1"/>
              </a:buClr>
              <a:buSzPct val="120000"/>
              <a:buNone/>
            </a:pPr>
            <a:endParaRPr lang="en-US" sz="2400" dirty="0">
              <a:latin typeface="Nunito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819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77887-71B4-695F-857B-BBED805E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Generation Pipeline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4252D-5565-6114-C948-A38B6DCBB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5"/>
            <a:ext cx="4397477" cy="4118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Dataset Was Generated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generation process was fully automated using Python pipelines.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Process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parsing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extraction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filtering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generation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validation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splitting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442E1-25F0-05A0-19DC-BA29431AF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4641" y="2177455"/>
            <a:ext cx="3046771" cy="3795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 Structure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	Records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Dataset	20771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Dataset	16617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Dataset	4154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5DDDAC-22E4-07AF-A271-A21E831AC5C5}"/>
              </a:ext>
            </a:extLst>
          </p:cNvPr>
          <p:cNvSpPr txBox="1"/>
          <p:nvPr/>
        </p:nvSpPr>
        <p:spPr>
          <a:xfrm>
            <a:off x="5235677" y="2177455"/>
            <a:ext cx="30467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News Sources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BBC News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Press (AP)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Guardian 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PolitiFact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FullFact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Stories </a:t>
            </a:r>
          </a:p>
        </p:txBody>
      </p:sp>
    </p:spTree>
    <p:extLst>
      <p:ext uri="{BB962C8B-B14F-4D97-AF65-F5344CB8AC3E}">
        <p14:creationId xmlns:p14="http://schemas.microsoft.com/office/powerpoint/2010/main" val="258757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C181-AD0A-6A8E-DCAB-57C3571D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Cleaning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339E-0E23-B024-794A-55DD13166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Perform lowercase normalization</a:t>
            </a:r>
          </a:p>
          <a:p>
            <a:pPr marL="0" indent="0">
              <a:buNone/>
            </a:pPr>
            <a:r>
              <a:rPr lang="en-US" dirty="0"/>
              <a:t>Removed URL’s</a:t>
            </a:r>
          </a:p>
          <a:p>
            <a:pPr marL="0" indent="0">
              <a:buNone/>
            </a:pPr>
            <a:r>
              <a:rPr lang="en-US" dirty="0"/>
              <a:t>Removed HTML tags</a:t>
            </a:r>
          </a:p>
          <a:p>
            <a:pPr marL="0" indent="0">
              <a:buNone/>
            </a:pPr>
            <a:r>
              <a:rPr lang="en-US" dirty="0"/>
              <a:t>Removed punctuations</a:t>
            </a:r>
          </a:p>
          <a:p>
            <a:pPr marL="0" indent="0">
              <a:buNone/>
            </a:pPr>
            <a:r>
              <a:rPr lang="en-US" dirty="0"/>
              <a:t>Removed numbers</a:t>
            </a:r>
          </a:p>
          <a:p>
            <a:pPr marL="0" indent="0">
              <a:buNone/>
            </a:pPr>
            <a:r>
              <a:rPr lang="en-US" dirty="0"/>
              <a:t>Removed extra whitespaces</a:t>
            </a:r>
          </a:p>
          <a:p>
            <a:pPr marL="0" indent="0">
              <a:buNone/>
            </a:pPr>
            <a:r>
              <a:rPr lang="en-US" dirty="0"/>
              <a:t>Stopword filtering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40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DCEA-C146-AA8F-BFFE-4165C9B60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A764-3E46-9057-A360-50862DE30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dirty="0"/>
              <a:t>Word Count                            - Measures article complexity</a:t>
            </a:r>
          </a:p>
          <a:p>
            <a:pPr fontAlgn="ctr"/>
            <a:r>
              <a:rPr lang="en-US" dirty="0"/>
              <a:t>Text Length                              - Analyzes content density</a:t>
            </a:r>
          </a:p>
          <a:p>
            <a:pPr fontAlgn="ctr"/>
            <a:r>
              <a:rPr lang="en-US" dirty="0"/>
              <a:t>Capitalization Ratio            -  Detects emotional emphasis</a:t>
            </a:r>
          </a:p>
          <a:p>
            <a:pPr fontAlgn="ctr"/>
            <a:r>
              <a:rPr lang="en-US" dirty="0"/>
              <a:t>Punctuation Frequency     - Detects sensational writing patterns</a:t>
            </a:r>
          </a:p>
          <a:p>
            <a:pPr fontAlgn="ctr"/>
            <a:endParaRPr lang="en-US" dirty="0"/>
          </a:p>
          <a:p>
            <a:pPr fontAlgn="ctr"/>
            <a:r>
              <a:rPr lang="en-US" b="1" dirty="0"/>
              <a:t>TF-IDF Features  -  </a:t>
            </a:r>
            <a:r>
              <a:rPr lang="en-US" sz="2000" dirty="0"/>
              <a:t>Used TF-IDF feature to convert text into numerical form so that the machine learning models can  be able to understand and train easily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6207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CB08-11AF-AFE8-44AE-B3E93AFB5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Machine learning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491F1-2BAB-6C40-C2A4-C00BE6251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D18CAB-3A6C-C71D-2EEC-CE776ED182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1" y="2771192"/>
            <a:ext cx="5457248" cy="245636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75FF7-6022-DD16-456E-58F7B4D8A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ACC0ABB-FE88-D0B9-B680-354A1B18C38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505075"/>
            <a:ext cx="5183188" cy="311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1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4356-35BC-6C20-CB3E-74D6FDCE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Hyperparameter Tuning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281D7-D7F2-7348-159F-53A6F8BC8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922"/>
            <a:ext cx="10515600" cy="4768041"/>
          </a:xfrm>
        </p:spPr>
        <p:txBody>
          <a:bodyPr/>
          <a:lstStyle/>
          <a:p>
            <a:r>
              <a:rPr lang="en-US" dirty="0"/>
              <a:t>Performed hyperparameter tuning for all the base models by adjusting their parameters Ex : </a:t>
            </a:r>
            <a:r>
              <a:rPr lang="en-US" dirty="0" err="1"/>
              <a:t>n_estimators</a:t>
            </a:r>
            <a:r>
              <a:rPr lang="en-US" dirty="0"/>
              <a:t> , </a:t>
            </a:r>
            <a:r>
              <a:rPr lang="en-US" dirty="0" err="1"/>
              <a:t>max_depth</a:t>
            </a:r>
            <a:r>
              <a:rPr lang="en-US" dirty="0"/>
              <a:t> , learning rate </a:t>
            </a:r>
          </a:p>
          <a:p>
            <a:pPr marL="0" indent="0">
              <a:buNone/>
            </a:pPr>
            <a:r>
              <a:rPr lang="en-US" b="1" dirty="0"/>
              <a:t>Best Model : </a:t>
            </a:r>
            <a:r>
              <a:rPr lang="en-US" sz="1800" dirty="0"/>
              <a:t>XGBoost achieved the best overall performance after tuning with accuracy 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C4D71-318E-14A5-4452-1973210C1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16423"/>
            <a:ext cx="8024099" cy="326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07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E7AF-7B7F-ED9A-7EBB-F8C1B2A0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BERT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8DABF-93D6-F7ED-4D9A-1EF25FBD2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 my project I have used </a:t>
            </a:r>
            <a:r>
              <a:rPr lang="en-US" sz="2400" dirty="0" err="1"/>
              <a:t>DistilBert</a:t>
            </a:r>
            <a:r>
              <a:rPr lang="en-US" sz="2400" dirty="0"/>
              <a:t> a pre-trained transformer model, to capture contextual meaning from news articles.</a:t>
            </a:r>
          </a:p>
          <a:p>
            <a:r>
              <a:rPr lang="en-US" sz="2400" dirty="0"/>
              <a:t>Tokenized and converted text into contextual embeddings using the </a:t>
            </a:r>
            <a:r>
              <a:rPr lang="en-US" sz="2400" b="1" dirty="0" err="1"/>
              <a:t>DistilBERT</a:t>
            </a:r>
            <a:r>
              <a:rPr lang="en-US" sz="2400" b="1" dirty="0"/>
              <a:t> tokenize</a:t>
            </a:r>
          </a:p>
          <a:p>
            <a:r>
              <a:rPr lang="en-US" sz="2400" dirty="0"/>
              <a:t>Fine-tuned the model on the collected fake and real news dataset for classification.</a:t>
            </a:r>
          </a:p>
          <a:p>
            <a:r>
              <a:rPr lang="en-US" sz="2400" dirty="0"/>
              <a:t>At the end BERT Outperformed all traditional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189017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62946-8447-CC1E-F4B9-2CA8B40C5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BERT Results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F1C8E-01E9-42B2-BAA3-795168A9D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6" r="2" b="2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5E363-536F-0381-39AE-A89A1B634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Achieved 94.93% Accuracy, 93.43% Precision, 96.67% Recall, and 95.02% F1 Score.</a:t>
            </a:r>
          </a:p>
          <a:p>
            <a:r>
              <a:rPr lang="en-US" sz="1800" dirty="0"/>
              <a:t>Achieved a ROC-AUC score of 98.66%, indicating excellent classification capability.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9482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9AC8C-3C88-C46F-F505-7AB6D5F2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 b="1" dirty="0"/>
              <a:t>Best Models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2B18-D067-6F11-F448-7D072055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XGBoost and BERT were the best models for classifying Fake news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C7FC8-86DD-728F-DCEF-6767621D5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2" y="2290936"/>
            <a:ext cx="9371243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96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CCF7-9D74-4A23-4FA7-66998997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C1062-CB4B-0134-60EE-12427F64C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At the Developed an end-to-end fake news detection system using Artificial Intelligence Techniques </a:t>
            </a:r>
          </a:p>
          <a:p>
            <a:r>
              <a:rPr lang="en-US" sz="2000" dirty="0"/>
              <a:t>Collected and processed 20,771 news articles from multiple trusted news and fact-checking sources.</a:t>
            </a:r>
          </a:p>
          <a:p>
            <a:r>
              <a:rPr lang="en-US" sz="2000" dirty="0"/>
              <a:t>Applied text preprocessing, feature engineering, TF-IDF vectorization, and model evaluation techniques.</a:t>
            </a:r>
          </a:p>
          <a:p>
            <a:r>
              <a:rPr lang="en-US" sz="2000" dirty="0"/>
              <a:t>Compared six machine learning models, with XGBoost achieving the strongest performance among traditional ML models.</a:t>
            </a:r>
          </a:p>
          <a:p>
            <a:r>
              <a:rPr lang="en-US" sz="2000" dirty="0" err="1"/>
              <a:t>DistilBERT</a:t>
            </a:r>
            <a:r>
              <a:rPr lang="en-US" sz="2000" dirty="0"/>
              <a:t> achieved the highest overall performance by capturing contextual and semantic relationships within news articles.</a:t>
            </a:r>
          </a:p>
        </p:txBody>
      </p:sp>
    </p:spTree>
    <p:extLst>
      <p:ext uri="{BB962C8B-B14F-4D97-AF65-F5344CB8AC3E}">
        <p14:creationId xmlns:p14="http://schemas.microsoft.com/office/powerpoint/2010/main" val="3824373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1466-C6C0-D23A-721E-0152A8722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6063667"/>
          </a:xfrm>
        </p:spPr>
        <p:txBody>
          <a:bodyPr/>
          <a:lstStyle/>
          <a:p>
            <a:pPr algn="ctr"/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187745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506</Words>
  <Application>Microsoft Office PowerPoint</Application>
  <PresentationFormat>Widescreen</PresentationFormat>
  <Paragraphs>83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Nunito</vt:lpstr>
      <vt:lpstr>Times New Roman</vt:lpstr>
      <vt:lpstr>Wingdings</vt:lpstr>
      <vt:lpstr>Office Theme</vt:lpstr>
      <vt:lpstr>Fake News Detection using Artificial Intelligence  Practicum II Project Improvement Presentation  </vt:lpstr>
      <vt:lpstr>Introduction</vt:lpstr>
      <vt:lpstr>Dataset Generation Pipeline </vt:lpstr>
      <vt:lpstr>Data Cleaning </vt:lpstr>
      <vt:lpstr>Feature Engineering</vt:lpstr>
      <vt:lpstr>Machine learning Models</vt:lpstr>
      <vt:lpstr>Hyperparameter Tuning </vt:lpstr>
      <vt:lpstr>BERT Model</vt:lpstr>
      <vt:lpstr>BERT Results </vt:lpstr>
      <vt:lpstr>Best Models 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unknown known</dc:creator>
  <cp:lastModifiedBy>Ashu J</cp:lastModifiedBy>
  <cp:revision>16</cp:revision>
  <dcterms:created xsi:type="dcterms:W3CDTF">2026-05-17T06:18:24Z</dcterms:created>
  <dcterms:modified xsi:type="dcterms:W3CDTF">2026-06-02T16:39:36Z</dcterms:modified>
</cp:coreProperties>
</file>